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3" autoAdjust="0"/>
    <p:restoredTop sz="94660"/>
  </p:normalViewPr>
  <p:slideViewPr>
    <p:cSldViewPr snapToGrid="0">
      <p:cViewPr varScale="1">
        <p:scale>
          <a:sx n="85" d="100"/>
          <a:sy n="85" d="100"/>
        </p:scale>
        <p:origin x="309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59087-196D-2CFF-18A4-1DF6D7AF88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840C1F-BC4C-7655-23D6-FB7ED4D8F3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6EFB05-763D-AEC0-264D-E4B87BBAC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712F1-2C35-48EC-B2BF-8F67C1C2C967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25CDCB-05C8-5FEB-052C-534EED7CA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C9CCC2-16FA-8B32-B2A9-51771177A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2F961-C071-4749-A5D7-709C8A411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689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C99E8-71DC-CAD9-0966-2C843DF93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66C8E-1373-DAB0-50A0-6800BB89A4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08C648-33D9-9CB4-C97C-12FD5EC33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712F1-2C35-48EC-B2BF-8F67C1C2C967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E5E17-AE04-B8BD-E0E5-29B42F01F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068DF-428B-6A57-D883-C9F3CD048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2F961-C071-4749-A5D7-709C8A411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8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BD232-70FE-EA96-16D0-700D2CD4F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965DCC-C911-C9FE-88FE-19AD7CBC55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897AD-2360-6C1F-4042-85A9F6333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712F1-2C35-48EC-B2BF-8F67C1C2C967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D409CF-9545-BEB0-E166-42FED7313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FCB9C-44FA-AC4C-0343-F4E7858D4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2F961-C071-4749-A5D7-709C8A411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814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BDE7A-C9F2-F9D8-02A0-A93B01100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3B384-7D06-9441-7EF3-2E0877FBBA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649C50-041E-2ADF-4204-18524C3451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F6371A-7C26-411D-F761-A8174B449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712F1-2C35-48EC-B2BF-8F67C1C2C967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B147DC-72A5-9377-0866-C884D281E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A984D9-EA05-9BB8-731B-9DF1E2F18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2F961-C071-4749-A5D7-709C8A411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6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BE3DF-6C09-8211-F662-3FE2F68D7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3ABC64-BEE3-2278-2598-6B6DCEDD19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BD3DEC-50DD-BFD2-99DD-7FF4C4F591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304E3B-AF24-FA7F-0CE0-07CE95E33B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7AC67C-624E-D0B5-96F2-7F66A26D0E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6704FD-983B-1110-B4EB-3E9757567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712F1-2C35-48EC-B2BF-8F67C1C2C967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871718-8BB5-535D-82AE-8C1B5E402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881146-EC27-2AD7-BAA6-685E4248A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2F961-C071-4749-A5D7-709C8A411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905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4BC95-BE29-0C94-1B5E-92E05344F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72291D-AED3-2333-D308-FA1C96C63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712F1-2C35-48EC-B2BF-8F67C1C2C967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056796-EA46-57AD-AE8A-A56C2AAA4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F27B03-79C8-838F-4D9A-D7E3DFC70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2F961-C071-4749-A5D7-709C8A411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64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1340AB-8C19-2595-3011-C40781680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712F1-2C35-48EC-B2BF-8F67C1C2C967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4ED96B-EEE8-684F-9226-A9E3F3E94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444BF-9456-2463-EE98-0E9BEB1F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2F961-C071-4749-A5D7-709C8A411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952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9FEFC-685D-54ED-BE7C-1EC0A5F95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A3CA4-F5A4-9CDC-A355-545F412B2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3F3C8B-D50F-D15E-17C2-8718DFDC5C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CC50E6-70DB-B45D-E7C2-1C743637C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712F1-2C35-48EC-B2BF-8F67C1C2C967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F04E70-0AC4-85B5-E7CD-ED9EECD23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3B38F6-C03B-4711-DA72-BA4A34902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2F961-C071-4749-A5D7-709C8A411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796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32EE5-3BEB-16D5-9424-EDC814DD2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B1ACB5-5E6E-8E94-92C5-8D264A99D3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C6EB23-E87C-2006-E538-8659391091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0FB4C0-9F47-D880-DD52-40B483F74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712F1-2C35-48EC-B2BF-8F67C1C2C967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3EEA51-83B1-A4D7-4B95-CD67E956C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EA1D73-BB9A-33D1-1DF3-8E4FAC2B4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2F961-C071-4749-A5D7-709C8A411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981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0FD4C-A097-F554-530F-508267C1C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62E33A-1BD7-5613-63E6-72D6C231BB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BA674-D8E3-3654-89DA-D2FBADEA5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712F1-2C35-48EC-B2BF-8F67C1C2C967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9C7EB1-DD0F-8ED8-DFC0-1E1295F0D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342FA8-9FED-2248-6FA2-8AA445044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2F961-C071-4749-A5D7-709C8A411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95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0CA4FA-B448-6868-ABC1-BE700E6449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A5465E-3724-72A3-DC0B-4FBBCFC97B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789553-A796-3933-A949-1EBDE59DE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712F1-2C35-48EC-B2BF-8F67C1C2C967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22C115-50C5-1390-012E-30E940A02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8CAE8E-FE97-661E-6AFA-83290EF9D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2F961-C071-4749-A5D7-709C8A411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107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16751E-1DB0-D645-8E86-0345F3798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CF3B4E-90ED-BA0F-68E6-FCE82299BB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28256A-FC80-087E-9FDD-1DAFA3A034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A712F1-2C35-48EC-B2BF-8F67C1C2C967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39DFB3-BD39-FE8F-E4A4-B9DF64070C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79664-0E49-AD18-193D-3BD3367412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F2F961-C071-4749-A5D7-709C8A411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980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946DB-190C-A1AF-3294-056FB81578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Changes needed in </a:t>
            </a:r>
            <a:r>
              <a:rPr lang="en-US" dirty="0" err="1"/>
              <a:t>BeanGo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7C6E95-3460-141C-D793-C15EAC4379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01/23/2026</a:t>
            </a:r>
          </a:p>
        </p:txBody>
      </p:sp>
    </p:spTree>
    <p:extLst>
      <p:ext uri="{BB962C8B-B14F-4D97-AF65-F5344CB8AC3E}">
        <p14:creationId xmlns:p14="http://schemas.microsoft.com/office/powerpoint/2010/main" val="2672555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154BC7-0AB3-7522-BF6C-DE01E76BD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161" y="0"/>
            <a:ext cx="3163253" cy="6858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FC90462-4CFD-D660-E390-80C4078390B3}"/>
              </a:ext>
            </a:extLst>
          </p:cNvPr>
          <p:cNvSpPr/>
          <p:nvPr/>
        </p:nvSpPr>
        <p:spPr>
          <a:xfrm>
            <a:off x="4628098" y="852692"/>
            <a:ext cx="4414925" cy="19578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Step 1</a:t>
            </a:r>
          </a:p>
          <a:p>
            <a:pPr algn="ctr"/>
            <a:r>
              <a:rPr lang="en-US" dirty="0"/>
              <a:t>Room creator lands in main menu</a:t>
            </a:r>
          </a:p>
        </p:txBody>
      </p:sp>
    </p:spTree>
    <p:extLst>
      <p:ext uri="{BB962C8B-B14F-4D97-AF65-F5344CB8AC3E}">
        <p14:creationId xmlns:p14="http://schemas.microsoft.com/office/powerpoint/2010/main" val="2206401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20088-809C-5820-264A-CDA75C002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863C00C-5E27-958F-A535-CB26D1C8F5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160" y="0"/>
            <a:ext cx="3163253" cy="6858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6BCB90F-278E-292B-9B85-2E058D987923}"/>
              </a:ext>
            </a:extLst>
          </p:cNvPr>
          <p:cNvSpPr/>
          <p:nvPr/>
        </p:nvSpPr>
        <p:spPr>
          <a:xfrm>
            <a:off x="4628098" y="852692"/>
            <a:ext cx="4414925" cy="19578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Step 2</a:t>
            </a:r>
          </a:p>
          <a:p>
            <a:pPr algn="ctr"/>
            <a:r>
              <a:rPr lang="en-US" dirty="0"/>
              <a:t>Room creator Selects city and taps on “Create Room”</a:t>
            </a:r>
          </a:p>
        </p:txBody>
      </p:sp>
    </p:spTree>
    <p:extLst>
      <p:ext uri="{BB962C8B-B14F-4D97-AF65-F5344CB8AC3E}">
        <p14:creationId xmlns:p14="http://schemas.microsoft.com/office/powerpoint/2010/main" val="2795906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0E2F9-EAC6-EE24-81B4-DD3B17BA9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CB8989E-C9A9-6201-A947-A7B936607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160" y="0"/>
            <a:ext cx="3163253" cy="6858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D9F31B6-55AD-6F91-988C-1DE45382F858}"/>
              </a:ext>
            </a:extLst>
          </p:cNvPr>
          <p:cNvSpPr/>
          <p:nvPr/>
        </p:nvSpPr>
        <p:spPr>
          <a:xfrm>
            <a:off x="4628098" y="852692"/>
            <a:ext cx="4414925" cy="19578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Step 3</a:t>
            </a:r>
          </a:p>
          <a:p>
            <a:pPr algn="ctr"/>
            <a:r>
              <a:rPr lang="en-US" dirty="0"/>
              <a:t>This is the lobby. </a:t>
            </a:r>
            <a:br>
              <a:rPr lang="en-US" dirty="0"/>
            </a:br>
            <a:r>
              <a:rPr lang="en-US" dirty="0"/>
              <a:t>We display the room code.</a:t>
            </a:r>
            <a:br>
              <a:rPr lang="en-US" dirty="0"/>
            </a:br>
            <a:r>
              <a:rPr lang="en-US" dirty="0"/>
              <a:t>Only the room creator sees the button which reads “Start Hunt”.</a:t>
            </a:r>
            <a:br>
              <a:rPr lang="en-US" dirty="0"/>
            </a:br>
            <a:r>
              <a:rPr lang="en-US" dirty="0"/>
              <a:t>This screen should be modified so that all participants are displayed.</a:t>
            </a:r>
          </a:p>
        </p:txBody>
      </p:sp>
    </p:spTree>
    <p:extLst>
      <p:ext uri="{BB962C8B-B14F-4D97-AF65-F5344CB8AC3E}">
        <p14:creationId xmlns:p14="http://schemas.microsoft.com/office/powerpoint/2010/main" val="184846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A28DB-3670-4F31-7F7D-F821978A6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DC16FC-5961-2087-1E2C-F7B95A30D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160" y="0"/>
            <a:ext cx="3163253" cy="6858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B2A31D9-C971-DDCB-FA28-2DB5E5DA7CA3}"/>
              </a:ext>
            </a:extLst>
          </p:cNvPr>
          <p:cNvSpPr/>
          <p:nvPr/>
        </p:nvSpPr>
        <p:spPr>
          <a:xfrm>
            <a:off x="4628098" y="852692"/>
            <a:ext cx="4414925" cy="19578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Step 4</a:t>
            </a:r>
          </a:p>
          <a:p>
            <a:pPr algn="ctr"/>
            <a:r>
              <a:rPr lang="en-US" dirty="0"/>
              <a:t>The board is created.</a:t>
            </a:r>
          </a:p>
          <a:p>
            <a:pPr algn="ctr"/>
            <a:r>
              <a:rPr lang="en-US" dirty="0"/>
              <a:t>It should reflect the interests of everyone who joined the room before the board was created.</a:t>
            </a:r>
          </a:p>
        </p:txBody>
      </p:sp>
    </p:spTree>
    <p:extLst>
      <p:ext uri="{BB962C8B-B14F-4D97-AF65-F5344CB8AC3E}">
        <p14:creationId xmlns:p14="http://schemas.microsoft.com/office/powerpoint/2010/main" val="19894471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91</Words>
  <Application>Microsoft Office PowerPoint</Application>
  <PresentationFormat>Widescreen</PresentationFormat>
  <Paragraphs>11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Changes needed in BeanGo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Andres D'Elia</dc:creator>
  <cp:lastModifiedBy>Andres D'Elia</cp:lastModifiedBy>
  <cp:revision>1</cp:revision>
  <dcterms:created xsi:type="dcterms:W3CDTF">2026-01-23T19:15:56Z</dcterms:created>
  <dcterms:modified xsi:type="dcterms:W3CDTF">2026-01-23T19:21:33Z</dcterms:modified>
</cp:coreProperties>
</file>